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4ea272509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HOOK: 4X SLOWER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Legacy enterprise workflows now move four times slower than modern demands.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DAE6"/>
                </a:solidFill>
              </a:rPr>
              <a:t>Siloed systems and manual checkpoints compound delay across every critical team milestone.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Engineering teams ship four times slower than planned.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Cross-team dependencies and manual reviews create invisible friction across every release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Net revenue retention reached 142%, leading top-tier SaaS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Expansion is outpacing industry best-in-class performance across key cohorts.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Raising $3.0M to extend runway beyond 24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Building from 14 months existing runway to fund high-efficiency expansion through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