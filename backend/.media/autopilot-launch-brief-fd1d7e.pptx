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Autopilot resolves incidents 41% faster for beta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Median time-to-resolution fell from 41 minutes to 24 minutes across our active fleet.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d7908d7d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Autopilot closes the loop from alert to fix with zero humans awake.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8DAE6"/>
                </a:solidFill>
              </a:rPr>
              <a:t>Routine incident remediation happens instantly at 3 a.m. without waking on-call engineers.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BETA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Beta cohorts expand to 129% retention at Month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Sustained production adoption and expanding usage across 62 active beta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Aligning revenue with value through usage-based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Protecting premium enterprise positioning by pricing per automated resolution, rather than charging fixed host taxes.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Autopilot launch risks focus on safety controls and load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Our 11 active pilot accounts requesting explicit confirmation must be addressed before the general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