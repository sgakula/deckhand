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Incident response is now 41% faster across active fleets.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Autopilot resolves production incidents automatically while keeping engineers in total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adbae38a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POSITIONING HERO WITH OPERATIONS CENTER BACKGROUND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Autopilot closes the loop from alert to fix without waking engineers.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AE6"/>
                </a:solidFill>
              </a:rPr>
              <a:t>Incident detection, triage, and automated code remediation run end-to-end with no human in the middle at three in the morning.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BETA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Live deployments drive 129% Month 12 retention with zero Sev-1 regressions.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Across 62 beta teams, automated workflows accelerate resolution and expand accounts.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Legacy add-ons charge per seat while Autopilot resolves 63%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Autonomous remediation delivers measurable time savings without punitive seat-based platform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Two key blockers stand between safe GA release and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Operational guardrails and fallback mechanics are assigned to clear before general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