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The room shapes this from the first sentence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832d82cfc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Autopilot closes the loop from alert to fix without human triage.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8DAE6"/>
                </a:solidFill>
              </a:rPr>
              <a:t>Incidents resolve autonomously in production while your team stays asleep at three a.m.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Beta cohorts expand to 129 percent retention by Month 12.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Rapid time-to-resolution drives compounding account growth with zero regressions.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Autopilot scales on a usage-based pricing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Pay only for resolved incidents and runtime execution without upfront platform lock-in.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We are tracking two launch risks with clear mitigation owners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Operational guardrails and staging validation are prioritized ahead of general availability.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