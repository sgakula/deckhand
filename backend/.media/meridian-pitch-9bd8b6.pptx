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Every team ships four times slower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Hidden friction compounds.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142% NRR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Enterprise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