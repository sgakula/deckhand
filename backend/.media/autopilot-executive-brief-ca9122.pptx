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5B67F2"/>
                </a:solidFill>
              </a:rPr>
              <a:t>COVER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7160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4161F"/>
                </a:solidFill>
              </a:rPr>
              <a:t>Traditional alerting leaves teams completely blind to system health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840480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5A6072"/>
                </a:solidFill>
              </a:rPr>
              <a:t>Static thresholds and siloed paging systems create cognitive fatigue and critical delays during major incidents.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e25769d3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640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5B67F2"/>
                </a:solidFill>
              </a:rPr>
              <a:t>POSITIONING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Autopilot closes the loop from alert to fix, with no human in the middle at three a.m.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40480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D8DAE6"/>
                </a:solidFill>
              </a:rPr>
              <a:t>Eliminating nocturnal escalation cycles by resolving production incidents entirely in the background.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5B67F2"/>
                </a:solidFill>
              </a:rPr>
              <a:t>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7160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4161F"/>
                </a:solidFill>
              </a:rPr>
              <a:t>Autopilot retains 129% of cohorts by month twelve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840480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5A6072"/>
                </a:solidFill>
              </a:rPr>
              <a:t>Strong expansion and high engagement drive continuous customer growth past the initial deployment phase.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5B67F2"/>
                </a:solidFill>
              </a:rPr>
              <a:t>PRICING BENCHMARKS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7160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4161F"/>
                </a:solidFill>
              </a:rPr>
              <a:t>Our new $99 target price anchors our premium positioning against standard competitors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840480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5A6072"/>
                </a:solidFill>
              </a:rPr>
              <a:t>By positioning Autopilot as high-value infrastructure automation, we out-tier standard seat prices and maintain premium margin.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5B67F2"/>
                </a:solidFill>
              </a:rPr>
              <a:t>OPERATIONAL RISKS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7160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4161F"/>
                </a:solidFill>
              </a:rPr>
              <a:t>Autopilot rollout faces two distinct operational risks before GA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840480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5A6072"/>
                </a:solidFill>
              </a:rPr>
              <a:t>Our active pilot fleet performs well, but compliance demands and load-testing gaps must be closed.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